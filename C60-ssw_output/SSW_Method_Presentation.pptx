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Stochastic Surface Walking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6E4F0"/>
                </a:solidFill>
                <a:latin typeface="Microsoft YaHei"/>
              </a:defRPr>
            </a:pPr>
            <a:r>
              <a:t>SSW 方法详解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228600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6E4F0"/>
                </a:solidFill>
                <a:latin typeface="Microsoft YaHei"/>
              </a:defRPr>
            </a:pPr>
            <a:r>
              <a:t>全局优化与反应采样算法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方法背景与原理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E75B6"/>
                </a:solidFill>
                <a:latin typeface="Microsoft YaHei"/>
              </a:defRPr>
            </a:pPr>
            <a:r>
              <a:t>基于 MACE 机器力场的高效实现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657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随机表面行走算法 (SSW)</a:t>
            </a:r>
            <a:br/>
            <a:r>
              <a:t>• 局部软化 SSW (LS-SSW)</a:t>
            </a:r>
            <a:br/>
            <a:r>
              <a:t>• Biased Dimer Rotation 技术</a:t>
            </a:r>
            <a:br/>
            <a:r>
              <a:t>• 自适应罚势调节机制</a:t>
            </a:r>
            <a:br/>
            <a:r>
              <a:t>• 批量并行计算加速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目录 / 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371600"/>
            <a:ext cx="640080" cy="38404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990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990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SSW 方法背景与动机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874520"/>
            <a:ext cx="640080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9019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019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核心算法流程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377440"/>
            <a:ext cx="640080" cy="38404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4048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048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Biased Dimer Rotation 技术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880360"/>
            <a:ext cx="640080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9077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9077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局部软化 SSW (LS-SSW)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383280"/>
            <a:ext cx="640080" cy="38404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4107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4107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自适应罚势调节机制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886200"/>
            <a:ext cx="640080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9136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9136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MACE 机器力场集成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389120"/>
            <a:ext cx="640080" cy="38404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4165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165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批量计算与性能优化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92040"/>
            <a:ext cx="640080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194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9194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蒙特卡洛接受准则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394960"/>
            <a:ext cx="640080" cy="38404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4223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4223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实现细节与关键参数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5897880"/>
            <a:ext cx="640080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9253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9253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SSW 方法背景与动机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什么是 SSW 方法？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SSW (Stochastic Surface Walking) 是一种全局优化算法，用于探索势能面 (PES) 上的极小点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核心思想：通过随机扰动 + 最小能量路径跟踪，系统性地跳跃到新的能量低谷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传统方法局限：容易陷入局部极小值，无法全面探索势能面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SSW 优势：能够跨越能垒，发现全局最优或接近全局最优结构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应用领域：催化反应路径搜索、晶体结构预测、团簇稳定构型等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关键点：SSW 不依赖初始猜测，能够自动探索势能面的全局特性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传统方法 vs SSW 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371600"/>
            <a:ext cx="27432" cy="4572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传统局部优化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梯度下降类方法 (LBFGS, CG)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333333"/>
                </a:solidFill>
                <a:latin typeface="Microsoft YaHei"/>
              </a:rPr>
              <a:t>严重依赖初始结构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333333"/>
                </a:solidFill>
                <a:latin typeface="Microsoft YaHei"/>
              </a:rPr>
              <a:t>只能找到附近的局部极小值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无法跨越能垒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适合局部精确优化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SSW 全局优化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随机扰动 + 能量路径跟踪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333333"/>
                </a:solidFill>
                <a:latin typeface="Microsoft YaHei"/>
              </a:rPr>
              <a:t>不依赖初始结构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1">
                <a:solidFill>
                  <a:srgbClr val="333333"/>
                </a:solidFill>
                <a:latin typeface="Microsoft YaHei"/>
              </a:rPr>
              <a:t>能够跳跃到新的能量低谷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通过罚势函数降低能垒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适合全局结构搜索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SSW 的核心优势在于能够系统性地探索整个势能面，而不是局限于单个能量低谷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核心算法流程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SSW 算法流程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2801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075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初始化：从当前结构出发，进行局部松弛 (Local Relaxation)</a:t>
            </a:r>
          </a:p>
        </p:txBody>
      </p:sp>
      <p:sp>
        <p:nvSpPr>
          <p:cNvPr id="9" name="Down Arrow 8"/>
          <p:cNvSpPr/>
          <p:nvPr/>
        </p:nvSpPr>
        <p:spPr>
          <a:xfrm>
            <a:off x="1051560" y="17190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9659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933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生成随机模式：组合全局随机模式 + 局部双原子模式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051560" y="24048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6517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791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Biased Dimer Rotation：找到最佳软化方向 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1051560" y="30906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3375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649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高斯型步进：沿方向 N 逐步移动 (ds 步长)，更新方向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051560" y="37764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0233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507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能量判据：当能量降低超过阈值时停止步进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051560" y="44622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7091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365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全局松弛：在真实 PES 上进行 LBFGS 优化，找到新极小点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051560" y="51480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400" y="53949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4223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Monte Carlo 接受：根据 Metropolis 准则决定是否接受新结构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1051560" y="5833872"/>
            <a:ext cx="164592" cy="228600"/>
          </a:xfrm>
          <a:prstGeom prst="downArrow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6080760"/>
            <a:ext cx="411480" cy="41148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61081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迭代：重复上述步骤，直到达到最大步数或收敛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每一次循环都是一次“探索-发现-验证”的过程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Biased Dimer Rotation 技术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Biased Dimer Rotation 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目标：找到能够最大程度降低能量的搜索方向 N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初始方向：随机生成全局模式 + 局部双原子模式的线性组合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力差分析：计算初始位置 R0 和偏移位置 R1 的力差 F0 - F1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垂直分量：提取力差在垂直于 N 方向的分量 perp_F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偏置力：引入偏置力 bias_force = -a * (R1-R0)N0 * N0，防止方向漂移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方向更新：N_new = normalize(perp_F + bias_force)，平滑过渡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批量计算：预先准备所有结构，一次性批量计算能量和力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关键创新：通过批量计算大幅加速 dimer rotation 过程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Biased Dimer Rotation 关键公式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力差垂直分量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perp_F = (F0 - F1) - [(F0 - F1)N]N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68880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偏置力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bias_force = -a * [(R1 - R0)N0] * N0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66160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方向更新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N_new = normalize(perp_F + bias_force)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663439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7091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平滑过渡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377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N = normalize(0.5 * N + 0.5 * N_new)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350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F0: 初始位置的力；F1: 沿 N 方向偏移 δR 后的力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a = 100.0: 偏置力强度系数，控制方向约束程度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δR = 0.01 Å: 打格点间距，用于计算力差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收敛条件：|perp_F| &lt; 10^-6 或者 |perp_F| &lt; 10^-4 且迭代次数 &gt;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局部软化 SSW (LS-SSW)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什么是 LS-SSW？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LS-SSW = Local Softening SSW，在标准 SSW 基础上引入局部软化机制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核心思想：通过添加排斥罚势，人为“软化”原子间的相互作用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效果：降低势能面上的能垒高度，使跨越能垒更容易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罚势形式：Buckingham 型排斥势，仅对距离 &lt; 3.0 Å 的原子对作用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自适应调节：罚势强度 A_pq 根据当前罚势能量与目标值的差异动态调整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适用场景：全局优化、反应路径采样、相变研究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LS-SSW 的关键在于平衡探索（软化降低能垒）和利用（真实 PES 优化）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Buckingham 罚势公式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罚势能量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Vp(i,j) = 0.5 * A_pq * exp[-(r - r0) / (ξ * r0)]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68880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罚势力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F_p(i) = (A_pq / (ξ * r0)) * exp[-(r - r0) / (ξ * r0)] * (r_ij / 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66160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自适应缩放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scale = 1.0 - λ_step * (E_penalty/atom - Y_target) / 10.0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663439"/>
            <a:ext cx="10058400" cy="82296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7091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0C0"/>
                </a:solidFill>
                <a:latin typeface="Microsoft YaHei"/>
              </a:defRPr>
            </a:pPr>
            <a:r>
              <a:t>强度更新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9377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A_pq(new) = A_pq(old) * clip(scale, 0.5, 2.0)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350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r0: 参考距离；ξ = 0.2: 软化宽度参数；λ_step = 1.8: 自适应步长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Y_target = 0.02~0.1 eV/atom: 目标平均罚势能量（全局优化用小值）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500" b="0">
                <a:solidFill>
                  <a:srgbClr val="333333"/>
                </a:solidFill>
                <a:latin typeface="Microsoft YaHei"/>
              </a:rPr>
              <a:t>仅对 r &lt; 3.0 Å 的原子对作用，避免远程干扰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罚势力方向与原子间排斥方向相同，起到“软化”原子间相互作用的效果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自适应罚势调节机制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自适应罚势调节原理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问题：固定罚势强度无法适应不同体系和不同防段的需求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解决方案：根据当前罚势能量与目标值 Y_target 的差异自动调整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当 E_penalty/atom &gt; Y_target 时：缩小罚势强度，避免过度扰动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当 E_penalty/atom &lt; Y_target 时：增强罚势强度，加快探索速度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罚势能量由罚势力寵7次类似距离扩展式计算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課度条件：self-consistent 的动态调整，避免固定罚势的偏差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自适应机制使 LS-SSW 能够自动适应不同体系的罚势强度，实现更有效的全局探索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MACE 机器力场集成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MACE 机器力场提供高效计算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MACE (Multiscale Atomic Cluster Expansion) 是一种高精度的机器力场模型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支持 CUDA GPU 加速，计算速度比传统 DFT 快 100-1000 倍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结合 DFT-D3 混合计算：MACE + TorchDFTD3 提供灵活的决结功能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支持高等类动物质：Fe-C 系统等过渡金属类系统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已集成 BatchRelaxer：批量并行计算多个结构的能量和力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支持批量计算模式 batch_calculate_properties，大幅度加速结构优化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MACE + D3 混合计算提供了 DFT 级别的精度，同时具备 GPU 加速的高效性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蒙特卡洛接受准则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蒙特卡洛接受准则 (Metropolis Monte Carlo)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问题：如果新结构能量高于当前，是否跨越到更低的能量低谷？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解决方案：Metropolis Monte Carlo 接受准则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当 E_new &lt; E_current 时：妥进新结构（能量降低）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当 E_new &gt; E_current 时：以概率 P = exp(-ΔE / (kB * T)) 接受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目的：允许系统查看更多的能量低谷，避免陷入局部极小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kB = 8.617e-5 eV/K；T = mc_temp 可调（通常 300-2000 K）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MC 接受准则使得 SSW 能够探索更幾的能量低谷，提高全局优化的完整性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实现细节与关键参数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389120"/>
            <a:ext cx="27432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关键参数设置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temperature = 300 K：Monte Carlo 温度，控制高能量g structures 的接受概率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ds = 0.1-0.6 Å：高斯型步长，每次 dimer rotation 后的移动距离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max_gaussians = 25-30：最大高斯型步数，控制单次 climbing 的步数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mc_temp = 1000-2000 K：Monte Carlo 温度，较高值更容易接受高能结构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1">
                <a:solidFill>
                  <a:srgbClr val="333333"/>
                </a:solidFill>
                <a:latin typeface="Microsoft YaHei"/>
              </a:rPr>
              <a:t>Y_target = 0.02-0.1 eV/atom：LS-SSW 目标罚势能量，全局优化用小值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xi = 0.2：软化宽度参数，控制罚势的作用范围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700" b="0">
                <a:solidFill>
                  <a:srgbClr val="333333"/>
                </a:solidFill>
                <a:latin typeface="Microsoft YaHei"/>
              </a:rPr>
              <a:t>lambda_step = 1.8：自适应步长，控制罚势强度的调整速度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515600" cy="640080"/>
          </a:xfrm>
          <a:prstGeom prst="roundRect">
            <a:avLst/>
          </a:prstGeom>
          <a:solidFill>
            <a:srgbClr val="EBF3FA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5B6"/>
                </a:solidFill>
                <a:latin typeface="Microsoft YaHei"/>
              </a:defRPr>
            </a:pPr>
            <a:r>
              <a:t>参数设置需要根据具体体系进行调整，建议先使用默认值进行测试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6E4F0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核心贡献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1">
                <a:solidFill>
                  <a:srgbClr val="333333"/>
                </a:solidFill>
                <a:latin typeface="Microsoft YaHei"/>
              </a:rPr>
              <a:t>SSW方法能够系统性探索势能面，发现新的极小点结构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1">
                <a:solidFill>
                  <a:srgbClr val="333333"/>
                </a:solidFill>
                <a:latin typeface="Microsoft YaHei"/>
              </a:rPr>
              <a:t>LS-SSW通过局部软化降低能垒，提高跳跃效率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自适应罚势调节实现动态平衡探索与利用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MACE机器力场提供DFT级精度且计算高效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批量并行计算大幅提升整体优化速度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集成更多机器力场模型 (NequIP, M3GNet)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支持更大体系和更复杂的催化反应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70C0"/>
                </a:solidFill>
                <a:latin typeface="Microsoft YaHei"/>
              </a:rPr>
              <a:t>• </a:t>
            </a:r>
            <a:r>
              <a:rPr sz="1600" b="0">
                <a:solidFill>
                  <a:srgbClr val="333333"/>
                </a:solidFill>
                <a:latin typeface="Microsoft YaHei"/>
              </a:rPr>
              <a:t>结合主动学习策略自动筛选候选结构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515600" cy="73152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3A5C"/>
                </a:solidFill>
                <a:latin typeface="Microsoft YaHei"/>
              </a:defRPr>
            </a:pPr>
            <a:r>
              <a:t>核心价值：SSW提供了一种系统性探索势能面的通用框架，结合ML势函可实现高效全局优化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感谢聆听！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114800"/>
            <a:ext cx="2286000" cy="548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6E4F0"/>
                </a:solidFill>
                <a:latin typeface="Microsoft YaHe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